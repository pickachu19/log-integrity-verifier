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irand Bold" charset="1" panose="00000000000000000000"/>
      <p:regular r:id="rId18"/>
    </p:embeddedFont>
    <p:embeddedFont>
      <p:font typeface="Nunito" charset="1" panose="00000000000000000000"/>
      <p:regular r:id="rId19"/>
    </p:embeddedFont>
    <p:embeddedFont>
      <p:font typeface="Nunito Bold" charset="1" panose="00000000000000000000"/>
      <p:regular r:id="rId20"/>
    </p:embeddedFont>
    <p:embeddedFont>
      <p:font typeface="Arimo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C0D1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21079" y="-3197861"/>
            <a:ext cx="16040420" cy="1604042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815411" y="1913129"/>
            <a:ext cx="15629890" cy="3953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87"/>
              </a:lnSpc>
            </a:pPr>
            <a:r>
              <a:rPr lang="en-US" sz="10491" b="true">
                <a:solidFill>
                  <a:srgbClr val="627484"/>
                </a:solidFill>
                <a:latin typeface="Nirand Bold"/>
                <a:ea typeface="Nirand Bold"/>
                <a:cs typeface="Nirand Bold"/>
                <a:sym typeface="Nirand Bold"/>
              </a:rPr>
              <a:t> Log Integrity Monitoring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89086" y="7150710"/>
            <a:ext cx="7341799" cy="153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Sumaiya Arshad - 231279</a:t>
            </a:r>
          </a:p>
          <a:p>
            <a:pPr algn="l">
              <a:lnSpc>
                <a:spcPts val="6160"/>
              </a:lnSpc>
            </a:pPr>
            <a:r>
              <a:rPr lang="en-US" sz="44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Marryum Afzaal - 233100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359304" y="488689"/>
            <a:ext cx="2513081" cy="251308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-1700579" y="1028700"/>
            <a:ext cx="773390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>
            <a:off x="11230885" y="9258300"/>
            <a:ext cx="7770392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629410" y="7236435"/>
            <a:ext cx="1586288" cy="158628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40084" y="-5661115"/>
            <a:ext cx="14522629" cy="145226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3384836"/>
            <a:ext cx="3517329" cy="35173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3153796" y="6668639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483078" y="676275"/>
            <a:ext cx="8807832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PROBLEM STATEMENT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82310" y="3985895"/>
            <a:ext cx="9064731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Log files are frequently targeted during cyber attacks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Traditional monitoring tools: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Are complex to configure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equire centralized infrastructure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Lack real-time alerts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Need: A simple yet effective log integrity monitoring system</a:t>
            </a:r>
          </a:p>
          <a:p>
            <a:pPr algn="just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40084" y="-5661115"/>
            <a:ext cx="14522629" cy="145226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3384836"/>
            <a:ext cx="3517329" cy="35173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3153796" y="6668639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483078" y="676275"/>
            <a:ext cx="8807832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PROJECT OBJECTIVE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82310" y="3985895"/>
            <a:ext cx="8209367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Monitor critical system and user directories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Detec</a:t>
            </a: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 file creation, modification, and deletion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V</a:t>
            </a: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erify file integrity using cryptographic hashing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Identify security events from log files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Provide a professional GUI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Generate detailed security reports</a:t>
            </a:r>
          </a:p>
          <a:p>
            <a:pPr algn="just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17447" y="7372841"/>
            <a:ext cx="8028675" cy="802867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322038" y="-1115182"/>
            <a:ext cx="2230365" cy="223036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3078" y="2552967"/>
            <a:ext cx="10914095" cy="5033217"/>
            <a:chOff x="0" y="0"/>
            <a:chExt cx="2874494" cy="13256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74494" cy="1325621"/>
            </a:xfrm>
            <a:custGeom>
              <a:avLst/>
              <a:gdLst/>
              <a:ahLst/>
              <a:cxnLst/>
              <a:rect r="r" b="b" t="t" l="l"/>
              <a:pathLst>
                <a:path h="1325621" w="2874494">
                  <a:moveTo>
                    <a:pt x="36177" y="0"/>
                  </a:moveTo>
                  <a:lnTo>
                    <a:pt x="2838317" y="0"/>
                  </a:lnTo>
                  <a:cubicBezTo>
                    <a:pt x="2847912" y="0"/>
                    <a:pt x="2857114" y="3811"/>
                    <a:pt x="2863898" y="10596"/>
                  </a:cubicBezTo>
                  <a:cubicBezTo>
                    <a:pt x="2870683" y="17380"/>
                    <a:pt x="2874494" y="26582"/>
                    <a:pt x="2874494" y="36177"/>
                  </a:cubicBezTo>
                  <a:lnTo>
                    <a:pt x="2874494" y="1289444"/>
                  </a:lnTo>
                  <a:cubicBezTo>
                    <a:pt x="2874494" y="1309424"/>
                    <a:pt x="2858297" y="1325621"/>
                    <a:pt x="2838317" y="1325621"/>
                  </a:cubicBezTo>
                  <a:lnTo>
                    <a:pt x="36177" y="1325621"/>
                  </a:lnTo>
                  <a:cubicBezTo>
                    <a:pt x="16197" y="1325621"/>
                    <a:pt x="0" y="1309424"/>
                    <a:pt x="0" y="1289444"/>
                  </a:cubicBezTo>
                  <a:lnTo>
                    <a:pt x="0" y="36177"/>
                  </a:lnTo>
                  <a:cubicBezTo>
                    <a:pt x="0" y="16197"/>
                    <a:pt x="16197" y="0"/>
                    <a:pt x="36177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874494" cy="1363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7193253" y="2764777"/>
            <a:ext cx="10233744" cy="4474769"/>
          </a:xfrm>
          <a:custGeom>
            <a:avLst/>
            <a:gdLst/>
            <a:ahLst/>
            <a:cxnLst/>
            <a:rect r="r" b="b" t="t" l="l"/>
            <a:pathLst>
              <a:path h="4474769" w="10233744">
                <a:moveTo>
                  <a:pt x="0" y="0"/>
                </a:moveTo>
                <a:lnTo>
                  <a:pt x="10233744" y="0"/>
                </a:lnTo>
                <a:lnTo>
                  <a:pt x="10233744" y="4474769"/>
                </a:lnTo>
                <a:lnTo>
                  <a:pt x="0" y="4474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1" t="0" r="-4515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517304" y="676275"/>
            <a:ext cx="11253392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SYSTEM ARCHITECTURE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4859" y="2717152"/>
            <a:ext cx="9303797" cy="776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927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Modules:</a:t>
            </a:r>
          </a:p>
          <a:p>
            <a:pPr algn="l" marL="632065" indent="-316033" lvl="1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GUI</a:t>
            </a:r>
          </a:p>
          <a:p>
            <a:pPr algn="l" marL="632065" indent="-316033" lvl="1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Monitor Engine</a:t>
            </a:r>
          </a:p>
          <a:p>
            <a:pPr algn="l" marL="632065" indent="-316033" lvl="1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Hash Engine</a:t>
            </a:r>
          </a:p>
          <a:p>
            <a:pPr algn="l" marL="632065" indent="-316033" lvl="1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Database</a:t>
            </a:r>
          </a:p>
          <a:p>
            <a:pPr algn="l" marL="632065" indent="-316033" lvl="1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Report Generator</a:t>
            </a:r>
          </a:p>
          <a:p>
            <a:pPr algn="l">
              <a:lnSpc>
                <a:spcPts val="4098"/>
              </a:lnSpc>
            </a:pPr>
            <a:r>
              <a:rPr lang="en-US" sz="2927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Project Scope</a:t>
            </a:r>
          </a:p>
          <a:p>
            <a:pPr algn="l">
              <a:lnSpc>
                <a:spcPts val="4098"/>
              </a:lnSpc>
            </a:pPr>
            <a:r>
              <a:rPr lang="en-US" sz="2927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927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Monitored Locations:</a:t>
            </a:r>
          </a:p>
          <a:p>
            <a:pPr algn="l" marL="632065" indent="-316033" lvl="1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/var/log</a:t>
            </a:r>
          </a:p>
          <a:p>
            <a:pPr algn="l" marL="632065" indent="-316033" lvl="1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User directories (Documents, Desktop, Downloads)</a:t>
            </a:r>
          </a:p>
          <a:p>
            <a:pPr algn="l" marL="632065" indent="-316033" lvl="1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/etc (configuration files)</a:t>
            </a:r>
          </a:p>
          <a:p>
            <a:pPr algn="l" marL="632065" indent="-316033" lvl="1">
              <a:lnSpc>
                <a:spcPts val="4098"/>
              </a:lnSpc>
              <a:buFont typeface="Arial"/>
              <a:buChar char="•"/>
            </a:pPr>
            <a:r>
              <a:rPr lang="en-US" sz="2927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/var/www (web server)</a:t>
            </a:r>
          </a:p>
          <a:p>
            <a:pPr algn="l">
              <a:lnSpc>
                <a:spcPts val="4098"/>
              </a:lnSpc>
            </a:pPr>
          </a:p>
          <a:p>
            <a:pPr algn="l">
              <a:lnSpc>
                <a:spcPts val="4098"/>
              </a:lnSpc>
            </a:pPr>
          </a:p>
          <a:p>
            <a:pPr algn="l">
              <a:lnSpc>
                <a:spcPts val="409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5194" y="-1345629"/>
            <a:ext cx="3517329" cy="35173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29662" y="7824967"/>
            <a:ext cx="8028675" cy="802867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13276242" y="-767852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04697" y="3119120"/>
            <a:ext cx="580876" cy="58087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045419" y="446961"/>
            <a:ext cx="8409693" cy="292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10"/>
              </a:lnSpc>
            </a:pPr>
            <a:r>
              <a:rPr lang="en-US" b="true" sz="7721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TECHNOLOGIES USED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20632" y="4086854"/>
            <a:ext cx="7242920" cy="3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Python 3 – Core logic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Tkinter – Graphical User Interface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Watchdog – File system monitoring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SQLite – Event &amp; hash storage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SHA-256 – Integrity verification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Kali Linux – Security OS</a:t>
            </a: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42612" y="394769"/>
            <a:ext cx="6880458" cy="688045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523108" y="2540483"/>
            <a:ext cx="3517329" cy="35173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-557588" y="7275227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580658" y="4034773"/>
            <a:ext cx="6384608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User starts monitoring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File system events detected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Hash of file is generated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Hash compared with baseline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Security analysis performed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Alerts shown in GUI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Events stored in database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905744" y="676275"/>
            <a:ext cx="7545717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WORKING METHODOLOGY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C0D1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60487" y="-1916547"/>
            <a:ext cx="14120094" cy="1412009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322038" y="-1115182"/>
            <a:ext cx="2230365" cy="223036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939163" y="489164"/>
            <a:ext cx="8752407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FILE INTEGRITY VERIFICATION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62858" y="4369435"/>
            <a:ext cx="7681495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Hash-Based Integrity Monitoring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SHA-256 hash generated for each file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Hash stored in SQLite database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On modification: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b="true" sz="2799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New hash generated</a:t>
            </a:r>
          </a:p>
          <a:p>
            <a:pPr algn="l" marL="1209039" indent="-403013" lvl="2">
              <a:lnSpc>
                <a:spcPts val="3919"/>
              </a:lnSpc>
              <a:buFont typeface="Arial"/>
              <a:buChar char="⚬"/>
            </a:pPr>
            <a:r>
              <a:rPr lang="en-US" b="true" sz="2799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Compared with stored hash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Mismatch = Integrity violation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27049" y="4369435"/>
            <a:ext cx="7681495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Security Events Detected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Failed login attempts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Authentication failures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Sudo command usage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Unauthorized log file deletion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Susp</a:t>
            </a:r>
            <a:r>
              <a:rPr lang="en-US" b="true" sz="2799">
                <a:solidFill>
                  <a:srgbClr val="2E3A44"/>
                </a:solidFill>
                <a:latin typeface="Nunito Bold"/>
                <a:ea typeface="Nunito Bold"/>
                <a:cs typeface="Nunito Bold"/>
                <a:sym typeface="Nunito Bold"/>
              </a:rPr>
              <a:t>icious file modifications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5194" y="-1345629"/>
            <a:ext cx="3517329" cy="35173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437604" y="3967038"/>
            <a:ext cx="8028675" cy="802867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17259300" y="3262130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743612" y="256733"/>
            <a:ext cx="8800777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DATABASE &amp; LOGGING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14720" y="3653162"/>
            <a:ext cx="5614794" cy="409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SQLite database used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Stores: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Timestamp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Event type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File path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Severity level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Ensures persistence of events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Useful for forensic analysis</a:t>
            </a: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5194" y="-1345629"/>
            <a:ext cx="3517329" cy="35173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882213" y="-1345629"/>
            <a:ext cx="13341342" cy="133413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17259300" y="3262130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58239" y="3924493"/>
            <a:ext cx="6695941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b="true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LIMITATIONS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72582" y="3671763"/>
            <a:ext cx="6668316" cy="228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Requires root privileges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 remote alerting (email/SMS)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GUI-based (local system only)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Large files skipped for performance</a:t>
            </a: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5194" y="-1345629"/>
            <a:ext cx="3517329" cy="35173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882213" y="-1345629"/>
            <a:ext cx="13341342" cy="1334134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17259300" y="3262130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44786" y="3734367"/>
            <a:ext cx="7914343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b="true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FUTURE ENHANCEMENTS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72582" y="3671763"/>
            <a:ext cx="6668316" cy="274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Email / Telegram alerts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Cloud-based l</a:t>
            </a: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og storage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Machine learning anomaly detection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ashboard analytics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Role-based access control</a:t>
            </a: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42612" y="394769"/>
            <a:ext cx="6880458" cy="688045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D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523108" y="2540483"/>
            <a:ext cx="3517329" cy="35173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28700" y="9258300"/>
            <a:ext cx="1618544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-557588" y="7275227"/>
            <a:ext cx="1586288" cy="15862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905744" y="3408011"/>
            <a:ext cx="8255717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Successfully implemented a real-time log integrity monitor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Enhances system security visibility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Useful for cybersecurity labs &amp; forensic analysis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E3A44"/>
                </a:solidFill>
                <a:latin typeface="Nunito"/>
                <a:ea typeface="Nunito"/>
                <a:cs typeface="Nunito"/>
                <a:sym typeface="Nunito"/>
              </a:rPr>
              <a:t>Lightweight and user-friendly solution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905744" y="676275"/>
            <a:ext cx="7545717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2E3A44"/>
                </a:solidFill>
                <a:latin typeface="Nirand Bold"/>
                <a:ea typeface="Nirand Bold"/>
                <a:cs typeface="Nirand Bold"/>
                <a:sym typeface="Nirand Bold"/>
              </a:rPr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C0D1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1965" y="-2876710"/>
            <a:ext cx="16040420" cy="1604042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11909" y="2963670"/>
            <a:ext cx="7864182" cy="462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10"/>
              </a:lnSpc>
            </a:pPr>
            <a:r>
              <a:rPr lang="en-US" sz="17000" b="true">
                <a:solidFill>
                  <a:srgbClr val="627484"/>
                </a:solidFill>
                <a:latin typeface="Nirand Bold"/>
                <a:ea typeface="Nirand Bold"/>
                <a:cs typeface="Nirand Bold"/>
                <a:sym typeface="Nirand 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076091" y="710993"/>
            <a:ext cx="2513081" cy="251308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-1700579" y="1028700"/>
            <a:ext cx="7733905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>
            <a:off x="11230885" y="9258300"/>
            <a:ext cx="7770392" cy="0"/>
          </a:xfrm>
          <a:prstGeom prst="line">
            <a:avLst/>
          </a:prstGeom>
          <a:ln cap="flat" w="38100">
            <a:solidFill>
              <a:srgbClr val="2E3A44"/>
            </a:solidFill>
            <a:prstDash val="solid"/>
            <a:headEnd type="oval" len="lg" w="lg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2740932" y="6266276"/>
            <a:ext cx="1586288" cy="158628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2748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DAG8Ksx2LNU</dc:identifier>
  <dcterms:modified xsi:type="dcterms:W3CDTF">2011-08-01T06:04:30Z</dcterms:modified>
  <cp:revision>1</cp:revision>
  <dc:title>White Blue Minimalist Geometric Group Project Presentation</dc:title>
</cp:coreProperties>
</file>